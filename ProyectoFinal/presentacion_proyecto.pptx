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5" r:id="rId9"/>
    <p:sldId id="263" r:id="rId10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LATA" userId="e6c157f1-b503-46b2-9c55-6f42a851ad63" providerId="ADAL" clId="{5703E573-3B31-476F-BE51-1635EFF31499}"/>
    <pc:docChg chg="addSld delSld">
      <pc:chgData name="FRANCISCO LATA" userId="e6c157f1-b503-46b2-9c55-6f42a851ad63" providerId="ADAL" clId="{5703E573-3B31-476F-BE51-1635EFF31499}" dt="2025-12-17T22:07:17.021" v="1" actId="47"/>
      <pc:docMkLst>
        <pc:docMk/>
      </pc:docMkLst>
      <pc:sldChg chg="new del">
        <pc:chgData name="FRANCISCO LATA" userId="e6c157f1-b503-46b2-9c55-6f42a851ad63" providerId="ADAL" clId="{5703E573-3B31-476F-BE51-1635EFF31499}" dt="2025-12-17T22:07:17.021" v="1" actId="47"/>
        <pc:sldMkLst>
          <pc:docMk/>
          <pc:sldMk cId="1161465699" sldId="26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62B80FE-187A-4085-BD71-F0873FF7BD68}" type="datetime1">
              <a:rPr lang="es-ES" smtClean="0"/>
              <a:t>17/12/2025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D59A2BD-4571-4110-BB3E-5D004DE434FA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17/12/2025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A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A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PA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es-ES" sz="6000" dirty="0">
                <a:solidFill>
                  <a:schemeClr val="bg1"/>
                </a:solidFill>
              </a:rPr>
              <a:t>PROYECTO 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Francisco lata 8-940-1000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C23E3-D885-2221-90E2-ECF5BA42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DIAGRAMA original</a:t>
            </a:r>
            <a:endParaRPr lang="es-PA" dirty="0"/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72A87C96-1A9F-B9B1-CB10-74EB3370AE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487" y="2296319"/>
            <a:ext cx="6677025" cy="3448050"/>
          </a:xfrm>
        </p:spPr>
      </p:pic>
    </p:spTree>
    <p:extLst>
      <p:ext uri="{BB962C8B-B14F-4D97-AF65-F5344CB8AC3E}">
        <p14:creationId xmlns:p14="http://schemas.microsoft.com/office/powerpoint/2010/main" val="373303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90987-1C76-AB8B-80FB-1BD8C18C6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Diagrama final</a:t>
            </a:r>
            <a:endParaRPr lang="es-PA" dirty="0"/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93E7B89D-39B2-D98A-B8D4-2DB18BBF9E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18917" y="2181225"/>
            <a:ext cx="8954166" cy="3678238"/>
          </a:xfrm>
        </p:spPr>
      </p:pic>
    </p:spTree>
    <p:extLst>
      <p:ext uri="{BB962C8B-B14F-4D97-AF65-F5344CB8AC3E}">
        <p14:creationId xmlns:p14="http://schemas.microsoft.com/office/powerpoint/2010/main" val="282531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64DD40-BAB6-4C86-4B58-69C898A8B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Base de datos y tabla</a:t>
            </a:r>
            <a:endParaRPr lang="es-PA" dirty="0"/>
          </a:p>
        </p:txBody>
      </p:sp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6A23AFF0-5BE1-7449-0696-4DBE4050D1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50023" y="2181225"/>
            <a:ext cx="5491954" cy="3678238"/>
          </a:xfrm>
        </p:spPr>
      </p:pic>
    </p:spTree>
    <p:extLst>
      <p:ext uri="{BB962C8B-B14F-4D97-AF65-F5344CB8AC3E}">
        <p14:creationId xmlns:p14="http://schemas.microsoft.com/office/powerpoint/2010/main" val="690875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39444-E478-0366-26E9-58E46D72A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Controllers</a:t>
            </a:r>
            <a:r>
              <a:rPr lang="es-MX" dirty="0"/>
              <a:t> - </a:t>
            </a:r>
            <a:r>
              <a:rPr lang="es-MX" dirty="0" err="1"/>
              <a:t>tareascontroller</a:t>
            </a:r>
            <a:endParaRPr lang="es-PA" dirty="0"/>
          </a:p>
        </p:txBody>
      </p:sp>
      <p:pic>
        <p:nvPicPr>
          <p:cNvPr id="5" name="Marcador de contenido 4" descr="Tabla&#10;&#10;El contenido generado por IA puede ser incorrecto.">
            <a:extLst>
              <a:ext uri="{FF2B5EF4-FFF2-40B4-BE49-F238E27FC236}">
                <a16:creationId xmlns:a16="http://schemas.microsoft.com/office/drawing/2014/main" id="{72184420-B8BF-64C5-A0B1-E00364543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40170" y="2181225"/>
            <a:ext cx="4111660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83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826D1F-243F-18D9-B330-1B8200C3A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Controller</a:t>
            </a:r>
            <a:r>
              <a:rPr lang="es-MX" dirty="0"/>
              <a:t> - </a:t>
            </a:r>
            <a:r>
              <a:rPr lang="es-MX" dirty="0" err="1"/>
              <a:t>tareasapicontroller</a:t>
            </a:r>
            <a:endParaRPr lang="es-PA" dirty="0"/>
          </a:p>
        </p:txBody>
      </p:sp>
      <p:pic>
        <p:nvPicPr>
          <p:cNvPr id="5" name="Marcador de contenido 4" descr="Tabla&#10;&#10;El contenido generado por IA puede ser incorrecto.">
            <a:extLst>
              <a:ext uri="{FF2B5EF4-FFF2-40B4-BE49-F238E27FC236}">
                <a16:creationId xmlns:a16="http://schemas.microsoft.com/office/drawing/2014/main" id="{E41B7977-6944-DD2C-7609-83B2588840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9069" y="2133940"/>
            <a:ext cx="4233862" cy="440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F3969-D601-7E18-E07C-E23C394B3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MODEL - TAREAREPOSITORIO</a:t>
            </a:r>
            <a:endParaRPr lang="es-PA" dirty="0"/>
          </a:p>
        </p:txBody>
      </p:sp>
      <p:pic>
        <p:nvPicPr>
          <p:cNvPr id="7" name="Marcador de contenido 6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498C3358-256E-9012-6829-E87147DBCA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28907" y="2181225"/>
            <a:ext cx="553418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7373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16761B-0417-7924-93EE-1714752CC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Model</a:t>
            </a:r>
            <a:r>
              <a:rPr lang="es-MX" dirty="0"/>
              <a:t> - tarea</a:t>
            </a:r>
            <a:endParaRPr lang="es-PA" dirty="0"/>
          </a:p>
        </p:txBody>
      </p:sp>
      <p:pic>
        <p:nvPicPr>
          <p:cNvPr id="5" name="Marcador de contenido 4" descr="Imagen que contiene Tabla&#10;&#10;El contenido generado por IA puede ser incorrecto.">
            <a:extLst>
              <a:ext uri="{FF2B5EF4-FFF2-40B4-BE49-F238E27FC236}">
                <a16:creationId xmlns:a16="http://schemas.microsoft.com/office/drawing/2014/main" id="{ECEB0057-412D-D830-1256-755182186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76264" y="1970913"/>
            <a:ext cx="3439472" cy="446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763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6FA81-CC58-B80E-85F3-81C825F8E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View - </a:t>
            </a:r>
            <a:r>
              <a:rPr lang="es-MX" dirty="0" err="1"/>
              <a:t>index</a:t>
            </a:r>
            <a:endParaRPr lang="es-PA" dirty="0"/>
          </a:p>
        </p:txBody>
      </p:sp>
      <p:pic>
        <p:nvPicPr>
          <p:cNvPr id="5" name="Marcador de contenido 4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C40BDF09-772E-4ACA-0F57-6B928B067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03863" y="2181225"/>
            <a:ext cx="4584274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39129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Diseño tecnológico</Template>
  <TotalTime>27</TotalTime>
  <Words>30</Words>
  <Application>Microsoft Office PowerPoint</Application>
  <PresentationFormat>Panorámica</PresentationFormat>
  <Paragraphs>11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Gill Sans MT</vt:lpstr>
      <vt:lpstr>Wingdings 2</vt:lpstr>
      <vt:lpstr>Personalizado</vt:lpstr>
      <vt:lpstr>PROYECTO FINAL</vt:lpstr>
      <vt:lpstr>DIAGRAMA original</vt:lpstr>
      <vt:lpstr>Diagrama final</vt:lpstr>
      <vt:lpstr>Base de datos y tabla</vt:lpstr>
      <vt:lpstr>Controllers - tareascontroller</vt:lpstr>
      <vt:lpstr>Controller - tareasapicontroller</vt:lpstr>
      <vt:lpstr>MODEL - TAREAREPOSITORIO</vt:lpstr>
      <vt:lpstr>Model - tarea</vt:lpstr>
      <vt:lpstr>View - index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Francisco Lata</dc:creator>
  <cp:lastModifiedBy>FRANCISCO LATA</cp:lastModifiedBy>
  <cp:revision>1</cp:revision>
  <dcterms:created xsi:type="dcterms:W3CDTF">2025-12-17T21:39:33Z</dcterms:created>
  <dcterms:modified xsi:type="dcterms:W3CDTF">2025-12-17T22:07:19Z</dcterms:modified>
</cp:coreProperties>
</file>